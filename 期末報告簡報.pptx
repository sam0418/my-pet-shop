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🐾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PetFood Mart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寵物食品線上商店 — 期末報告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4864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https://github.com/sam0418/my-pet-shop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Vue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42062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42062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42062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專案介紹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3385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🏷️  名稱：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13385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PetFood Mart 寵物食品專賣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836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🎯  目標：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8836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完整電商平台：商品瀏覽、購物車、訂單送出、管理後台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9689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33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🌐  語言：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6334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中英文雙語切換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34670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383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📦  下單：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3832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WhatsApp 下單 + PDF 收據下載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09651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1330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⚙️  管理：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413308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商品 CRUD、運費設定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使用者介面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(Browser)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719072"/>
            <a:ext cx="6400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1887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(index.html)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19072"/>
            <a:ext cx="6400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887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Express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(port 3001)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1719072"/>
            <a:ext cx="6400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0880" y="118872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188720"/>
            <a:ext cx="20116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PostgreSQL 15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(port 5432)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841248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前端：index.html 使用 Vue 3 CDN，透過 Fetch API 溝通後端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後端：Node.js / Express，負責業務邏輯與資料庫存取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資料庫：PostgreSQL 15，以 Docker 容器運行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部署：docker compose up -d 一鍵啟動所有服務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技術棧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0233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🖥️  前端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4904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Vue 3（CDN 模式）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Tailwind CSS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FontAwesome 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jsPDF + jspdf-autotable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40233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⚙️  後端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74904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Node.js / Express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PostgreSQL 15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JWT 身份驗證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bcryptjs 密碼加密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Joi 請求驗證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express-rate-limit 限速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Morgan 日誌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核心功能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商品瀏覽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分頁、排序、搜尋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05156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96312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購物車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96312" y="20574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新增、調整數量、刪除商品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72584" y="105156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🚚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72584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配送方式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2584" y="20574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自取 / 宅配 / 自訂配送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48856" y="105156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48856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WhatsApp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48856" y="20574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WhatsApp 下單整合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3520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PDF 收據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38862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含訂單流水號，自動生成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96312" y="288036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96312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496312" y="3520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管理後台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96312" y="38862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商品 CRUD + 運費設定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72584" y="288036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72584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672584" y="3520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多語支援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72584" y="38862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中英文一鍵切換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48856" y="288036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48856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48856" y="3520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身份驗證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48856" y="3886200"/>
            <a:ext cx="20116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JWT + Rate Limiting 保護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資料庫設計（PostgreSQL 15）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商品主表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6032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id PK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name (唯一)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stock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discount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image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description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created_at / updated_at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app_settings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網站設定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56032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id PK ('main')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shipping_fee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free_shipping_threshold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whatsapp_number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updated_at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0584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訂單表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20240"/>
            <a:ext cx="256032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id PK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order_number (唯一)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customer_name/phone/email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total_amount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items (JSONB)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created_at / updated_at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REST API 設計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🔓  公開端點（無需驗證）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/api/products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/api/products/:id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/api/settings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/api/auth/login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/health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🔒  受保護端點（需 Bearer Token）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17320"/>
            <a:ext cx="384048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/api/products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 /api/products/:id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/api/products/:id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/api/settings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703320"/>
            <a:ext cx="850392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🛡️  安全機制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JWT 驗證（24小時過期）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Rate Limit：每 15 分鐘 100 次請求 / 登入最多 5 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CORS 白名單控制   •   Joi 輸入驗證防 SQL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部署方式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啟動服務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41148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同時啟動 PostgreSQL + Express 後端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開啟前端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2697480"/>
            <a:ext cx="41148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瀏覽器開啟 index.html 本機伺服器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確認狀態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3931920"/>
            <a:ext cx="41148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健康檢查端點回傳 status: 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環境變數（backend/.env）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 / DB_PASSWORD / DB_HOST / DB_PORT / DB_NAME  •  JWT_SECRET  •  PORT=3001  •  ALLOWED_ORIGINS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專案成果與收穫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0233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已完成功能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4904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完整 CRUD 商品管理後台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JWT 身份驗證流程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Docker 容器化部署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PDF 收據自動產生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Rate Limiting 防暴力攻擊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記憶體快取減少 DB 查詢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WhatsApp 下單整合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40233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 學習收穫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74904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前後端分離架構實作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RESTful API 設計原則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PostgreSQL + JSONB 彈性儲存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安全性設計：驗證、限速、CORS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Docker / docker-compose 容器化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JWT 無狀態身份驗證機制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 GitHub 專案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3210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https://github.com/sam0418/my-pet-shop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完整原始碼（前端 + 後端）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Dockerfile + docker-compose.yml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init.sql 資料庫初始化腳本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README.md 含完整啟動說明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感謝聆聽！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Mart 期末報告</dc:title>
  <dc:subject>PptxGenJS Presentation</dc:subject>
  <dc:creator>PptxGenJS</dc:creator>
  <cp:lastModifiedBy>PptxGenJS</cp:lastModifiedBy>
  <cp:revision>1</cp:revision>
  <dcterms:created xsi:type="dcterms:W3CDTF">2026-06-09T08:44:14Z</dcterms:created>
  <dcterms:modified xsi:type="dcterms:W3CDTF">2026-06-09T08:44:14Z</dcterms:modified>
</cp:coreProperties>
</file>